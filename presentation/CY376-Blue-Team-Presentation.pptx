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Auditing Stored Procedures &amp; Database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CY376 — Network Monitoring, Security and Auditing</a:t>
            </a:r>
          </a:p>
          <a:p>
            <a:pPr>
              <a:defRPr sz="2400"/>
            </a:pPr>
            <a:r>
              <a:t>Blue Team End-of-Semester Project</a:t>
            </a:r>
          </a:p>
          <a:p>
            <a:pPr>
              <a:defRPr sz="2400"/>
            </a:pPr>
            <a:r>
              <a:t>Veronica Okyere | FCM.41,018.206.23</a:t>
            </a:r>
          </a:p>
          <a:p>
            <a:pPr>
              <a:defRPr sz="2400"/>
            </a:pPr>
            <a:r>
              <a:t>Problem: unsafe procedures, weak permissions, missing audit</a:t>
            </a:r>
          </a:p>
          <a:p>
            <a:pPr>
              <a:defRPr sz="2400"/>
            </a:pPr>
            <a:r>
              <a:t>Goal: detect → document → remediate → verify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SQL Server 2022 Express: localhost\SQLEXPRESS</a:t>
            </a:r>
          </a:p>
          <a:p>
            <a:pPr>
              <a:defRPr sz="2400"/>
            </a:pPr>
            <a:r>
              <a:t>SSMS 21 + AdventureWorks2022</a:t>
            </a:r>
          </a:p>
          <a:p>
            <a:pPr>
              <a:defRPr sz="2400"/>
            </a:pPr>
            <a:r>
              <a:t>Isolated academic lab only</a:t>
            </a:r>
          </a:p>
          <a:p>
            <a:pPr>
              <a:defRPr sz="2400"/>
            </a:pPr>
            <a:r>
              <a:t>Windows Authentication for auditor access</a:t>
            </a:r>
          </a:p>
          <a:p>
            <a:pPr>
              <a:defRPr sz="2400"/>
            </a:pPr>
            <a:r>
              <a:t>No unauthorized external targets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1. Prepare environment</a:t>
            </a:r>
          </a:p>
          <a:p>
            <a:pPr>
              <a:defRPr sz="2400"/>
            </a:pPr>
            <a:r>
              <a:t>2. Seed vulnerable procedures</a:t>
            </a:r>
          </a:p>
          <a:p>
            <a:pPr>
              <a:defRPr sz="2400"/>
            </a:pPr>
            <a:r>
              <a:t>3. Detect with audit scripts 01–05</a:t>
            </a:r>
          </a:p>
          <a:p>
            <a:pPr>
              <a:defRPr sz="2400"/>
            </a:pPr>
            <a:r>
              <a:t>4. Document findings with severity</a:t>
            </a:r>
          </a:p>
          <a:p>
            <a:pPr>
              <a:defRPr sz="2400"/>
            </a:pPr>
            <a:r>
              <a:t>5. Remediate and re-verify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lab/setup-vulnerable-procs.sql</a:t>
            </a:r>
          </a:p>
          <a:p>
            <a:pPr>
              <a:defRPr sz="2400"/>
            </a:pPr>
            <a:r>
              <a:t>scripts/01-inventory.sql … 05-audit-check.sql</a:t>
            </a:r>
          </a:p>
          <a:p>
            <a:pPr>
              <a:defRPr sz="2400"/>
            </a:pPr>
            <a:r>
              <a:t>lab/remediate-findings.sql</a:t>
            </a:r>
          </a:p>
          <a:p>
            <a:pPr>
              <a:defRPr sz="2400"/>
            </a:pPr>
            <a:r>
              <a:t>SQL Server Audit: BlueTeamLabAudit</a:t>
            </a:r>
          </a:p>
          <a:p>
            <a:pPr>
              <a:defRPr sz="2400"/>
            </a:pPr>
            <a:r>
              <a:t>Findings sheet + final report package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Critical &amp; High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F-001 Critical: SQL injection via dynamic SQL</a:t>
            </a:r>
          </a:p>
          <a:p>
            <a:pPr>
              <a:defRPr sz="2400"/>
            </a:pPr>
            <a:r>
              <a:t>F-002 High: EXECUTE AS OWNER privilege escalation</a:t>
            </a:r>
          </a:p>
          <a:p>
            <a:pPr>
              <a:defRPr sz="2400"/>
            </a:pPr>
            <a:r>
              <a:t>F-003 Critical: xp_cmdshell wrapper</a:t>
            </a:r>
          </a:p>
          <a:p>
            <a:pPr>
              <a:defRPr sz="2400"/>
            </a:pPr>
            <a:r>
              <a:t>F-004 High: EXECUTE granted to public</a:t>
            </a:r>
          </a:p>
          <a:p>
            <a:pPr>
              <a:defRPr sz="2400"/>
            </a:pPr>
            <a:r>
              <a:t>Evidence: code-pattern + permission audits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Medium/Low Findings &amp; Positives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F-005 Medium: SQL Server Audit missing</a:t>
            </a:r>
          </a:p>
          <a:p>
            <a:pPr>
              <a:defRPr sz="2400"/>
            </a:pPr>
            <a:r>
              <a:t>F-006 Low: remote access enabled</a:t>
            </a:r>
          </a:p>
          <a:p>
            <a:pPr>
              <a:defRPr sz="2400"/>
            </a:pPr>
            <a:r>
              <a:t>Already good: xp_cmdshell/OLE/CLR off</a:t>
            </a:r>
          </a:p>
          <a:p>
            <a:pPr>
              <a:defRPr sz="2400"/>
            </a:pPr>
            <a:r>
              <a:t>sa login disabled</a:t>
            </a:r>
          </a:p>
          <a:p>
            <a:pPr>
              <a:defRPr sz="2400"/>
            </a:pPr>
            <a:r>
              <a:t>Ad Hoc Distributed Queries disabled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Remediation &amp; 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Replaced/removed unsafe procedures</a:t>
            </a:r>
          </a:p>
          <a:p>
            <a:pPr>
              <a:defRPr sz="2400"/>
            </a:pPr>
            <a:r>
              <a:t>Revoked public EXECUTE grants</a:t>
            </a:r>
          </a:p>
          <a:p>
            <a:pPr>
              <a:defRPr sz="2400"/>
            </a:pPr>
            <a:r>
              <a:t>Enabled BlueTeamLabAudit</a:t>
            </a:r>
          </a:p>
          <a:p>
            <a:pPr>
              <a:defRPr sz="2400"/>
            </a:pPr>
            <a:r>
              <a:t>remote access = 0 | 0</a:t>
            </a:r>
          </a:p>
          <a:p>
            <a:pPr>
              <a:defRPr sz="2400"/>
            </a:pPr>
            <a:r>
              <a:t>Re-run scripts → 0 risky rows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 &amp; Close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Parameterize; avoid unsafe dynamic SQL</a:t>
            </a:r>
          </a:p>
          <a:p>
            <a:pPr>
              <a:defRPr sz="2400"/>
            </a:pPr>
            <a:r>
              <a:t>Least privilege; no sensitive public grants</a:t>
            </a:r>
          </a:p>
          <a:p>
            <a:pPr>
              <a:defRPr sz="2400"/>
            </a:pPr>
            <a:r>
              <a:t>Keep dangerous features disabled</a:t>
            </a:r>
          </a:p>
          <a:p>
            <a:pPr>
              <a:defRPr sz="2400"/>
            </a:pPr>
            <a:r>
              <a:t>Continuous audit + scheduled re-checks</a:t>
            </a:r>
          </a:p>
          <a:p>
            <a:pPr>
              <a:defRPr sz="2400"/>
            </a:pPr>
            <a:r>
              <a:t>Thank you —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